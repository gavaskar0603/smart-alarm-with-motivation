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850C"/>
    <a:srgbClr val="00A7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597C-A8C7-2B0B-F237-6C02CD186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97006-718B-09CF-D0DC-64A87F00F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A611-352A-60A3-ADAF-A0C5FF81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89AB-177F-E046-01BF-F22E750C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4F89F-DAAC-2C60-5DAF-5672E124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751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AAF1-47D5-FA9E-0012-3868B1F72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76EB-4B04-D78E-FBE3-7397FAD9D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6C84B-2A3C-4A77-C434-6CD0CBF2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D2500-02CC-564A-CD28-D9A44C1CD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FFB66-C177-752C-E350-2D6542C3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903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4739-1AB3-63E7-24D0-17F98A75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923A3-93B7-7B22-0227-6FA2B11E0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00CF8-2D9A-F3C8-F081-0C2E5A905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A0E75-EC94-2740-D6A1-33FF20FCF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5CAF-9CAB-F865-499E-8E53CFD7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35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B4712-7583-F7E8-7BD4-B9256476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C812F-C794-0F11-1815-610C07EDF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07F35-9900-9CB4-A75A-4526A4689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3A29C-E3E0-769E-3BD7-56191521C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680C9-FC6E-58D3-3F9F-8A0F09BE9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EC342-B978-BF06-17B1-26E0D395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86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0AE9-CE89-3411-9BBC-980DD6B05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41C05-B7D5-E279-A23F-B57468D6E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A8133-F712-769A-AB47-DAECFFB31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E0A4A-78A6-E885-0DDC-F9C82C7F8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CA82C-D17C-1EE4-DE1C-4DF665C16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8530A-1A45-7388-DC9D-D3E2CDCE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A640B-96AA-D2A5-60C3-4C608E2E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D1A4E-308E-CA53-29E4-664C6478A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093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03C8-44EC-97B3-511B-BB5EB5D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B7BD2E-A066-0155-4EDD-5D9999E4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7B218-BCFF-D14C-8627-9AF015E8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9F91F-3979-020C-485E-494DA83E8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968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CE891-A091-8DE7-B42C-45FF0CFF0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D5C877-119A-8316-26B0-E4E09ACF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9D722-04C1-3FD8-FBCF-51B248D5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58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0233-E435-14A7-315C-8C83490A7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E9BC4-4C74-0124-509D-549F746C7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4BC19-DAE5-68D5-38D5-B441D11D4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14A2E-22F3-7EF2-24F8-7653CCB8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8D32C-AFAC-9252-3BC8-47ECA80A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4EB66-16FD-59D7-28DA-751BEA9B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75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94128-6FD1-9337-A364-080ADBB71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15EDA1-6282-E19A-A10E-DA6081FD2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8621F-625F-CBCC-7FBE-606FEAA2F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31817-B486-9934-67CB-6D6B0150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0FA49-CF9D-EF60-8EB2-11BCD231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7F8F2-CFA8-C4FE-3A06-9345EEBC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60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A6F7F-53F3-256E-A8A9-2310870F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1F92E-2B09-15A3-7A6C-1953FC874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57B1A-0638-230D-BB6F-804B88C8B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02F5-BFBD-7DF8-860E-172A739D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DB0F3-6CEE-9097-5895-2968A893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574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34E479-8339-7BD3-4260-8EC9A1EB4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CD889-9CCC-A275-D742-82E646102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A4B2-D72A-05FB-AB1A-0B885B9A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BEC7B-9D5D-99F9-D515-2BC06787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7CD06-4A40-64C8-438B-F309A5E3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60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FBA70-644F-1971-C443-914F2F6A7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797ED-5E9D-A6D0-9E40-3D5603E2E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B6FBD-3850-CABE-5B1C-5B392B452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9C0A0-D54A-4721-BE79-E300EA88C8A8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22890-2EC1-383D-F320-5D856B6DB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1457D-F9D7-DB1C-CCE8-C387F371E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3CF96-AC4D-414C-AFA2-022FE3861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4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B9075C-72E0-8C2E-EB0B-0C8F8D09A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CC850C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FA6D1B-690B-F4F2-6BFE-C3229D14D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184" y="594360"/>
            <a:ext cx="11536680" cy="180917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Alarming With Motivation By Using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78EE3-512F-CBAA-7813-C9AB745E2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2168" y="6235510"/>
            <a:ext cx="3663696" cy="43046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:  Gavaskar 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9FD642-3955-0DA1-FF17-EF9C52A92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12" y="2713751"/>
            <a:ext cx="1070515" cy="10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69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3ACC-97F1-3C9E-0CBC-4B7FA3A93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1411A-8AF4-4EF1-C348-34CF9753A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Python-based smart alarm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sets an alarm time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HH:MM:SS AM/PM format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 alarm time matches the current system time: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Alarm sound will play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motivational quote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(English &amp; Tamil) is displayed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helps users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wake up with positive mindset and energy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8CAD2-E4F5-8A24-E7A1-7DE7067CA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542" y="365125"/>
            <a:ext cx="1070515" cy="10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4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7DA4-0DFB-E53D-CDAD-D41A8BFA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AD1F8-2CDA-C707-78A7-E00433D74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module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get current time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delay using sleep(1)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module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select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motivational quote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list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datetime module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get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date &amp; 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accurately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alarm time with system time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alarm sound (MP3)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Mixer sub-module handles audio playback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0329B-C001-0B10-A355-BBCA478E1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542" y="365125"/>
            <a:ext cx="1070515" cy="10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79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1F4D-D269-CD60-BC39-D7989CA6E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7C1E6-0959-D112-E846-DE484D422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starts and shows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 time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enters alarm time (HH:MM:SS AM/PM)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Alarm gets set successfully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continuously checks current time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Time == Alarm Time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Alarm message is displayed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Motivational quote is selected randomly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Alarm sound starts playing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stops after alarm rings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CD9528-E77E-8806-2937-DEBB19497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8542" y="365125"/>
            <a:ext cx="1070515" cy="10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30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FA13-E47F-8DBF-6BF9-6163C971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38"/>
            <a:ext cx="10515600" cy="51269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8C4AEE10-781B-7A39-1BE6-4D18F2A843AE}"/>
              </a:ext>
            </a:extLst>
          </p:cNvPr>
          <p:cNvSpPr/>
          <p:nvPr/>
        </p:nvSpPr>
        <p:spPr>
          <a:xfrm>
            <a:off x="8857890" y="6212328"/>
            <a:ext cx="2900892" cy="356616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 Alarm Sound (</a:t>
            </a:r>
            <a:r>
              <a:rPr lang="en-IN" sz="17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IN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20A2F7A6-F4E6-227F-80EB-3BE9B442F453}"/>
              </a:ext>
            </a:extLst>
          </p:cNvPr>
          <p:cNvSpPr/>
          <p:nvPr/>
        </p:nvSpPr>
        <p:spPr>
          <a:xfrm>
            <a:off x="8857890" y="5455725"/>
            <a:ext cx="2900892" cy="356616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Motivational Quote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CE7A5996-767D-DEAD-BA38-4DCAE5B0E6DB}"/>
              </a:ext>
            </a:extLst>
          </p:cNvPr>
          <p:cNvSpPr/>
          <p:nvPr/>
        </p:nvSpPr>
        <p:spPr>
          <a:xfrm>
            <a:off x="8857890" y="4694612"/>
            <a:ext cx="2900892" cy="356616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Wake Up Message</a:t>
            </a:r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0ADF2B21-1A8C-A761-E114-5E1F64907DA1}"/>
              </a:ext>
            </a:extLst>
          </p:cNvPr>
          <p:cNvSpPr/>
          <p:nvPr/>
        </p:nvSpPr>
        <p:spPr>
          <a:xfrm>
            <a:off x="5611368" y="6367334"/>
            <a:ext cx="969264" cy="399226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96EFB206-044A-AC1F-C594-5B633CFCA762}"/>
              </a:ext>
            </a:extLst>
          </p:cNvPr>
          <p:cNvSpPr/>
          <p:nvPr/>
        </p:nvSpPr>
        <p:spPr>
          <a:xfrm>
            <a:off x="1669902" y="6066986"/>
            <a:ext cx="2079138" cy="468074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1 Sec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time.sleep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(1))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7F5DC35-01F1-19AC-0501-61E276015ED2}"/>
              </a:ext>
            </a:extLst>
          </p:cNvPr>
          <p:cNvGrpSpPr/>
          <p:nvPr/>
        </p:nvGrpSpPr>
        <p:grpSpPr>
          <a:xfrm>
            <a:off x="2699086" y="726758"/>
            <a:ext cx="7624490" cy="5825931"/>
            <a:chOff x="2699086" y="726758"/>
            <a:chExt cx="7624490" cy="5825931"/>
          </a:xfrm>
        </p:grpSpPr>
        <p:sp>
          <p:nvSpPr>
            <p:cNvPr id="10" name="Flowchart: Terminator 9">
              <a:extLst>
                <a:ext uri="{FF2B5EF4-FFF2-40B4-BE49-F238E27FC236}">
                  <a16:creationId xmlns:a16="http://schemas.microsoft.com/office/drawing/2014/main" id="{3F69E3F8-7E99-8035-2EDF-07F727D7D834}"/>
                </a:ext>
              </a:extLst>
            </p:cNvPr>
            <p:cNvSpPr/>
            <p:nvPr/>
          </p:nvSpPr>
          <p:spPr>
            <a:xfrm>
              <a:off x="5611368" y="726758"/>
              <a:ext cx="969264" cy="399226"/>
            </a:xfrm>
            <a:prstGeom prst="flowChartTerminator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</a:p>
          </p:txBody>
        </p:sp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6B0A7592-8B35-FC02-4758-9E02C59E1D2E}"/>
                </a:ext>
              </a:extLst>
            </p:cNvPr>
            <p:cNvSpPr/>
            <p:nvPr/>
          </p:nvSpPr>
          <p:spPr>
            <a:xfrm>
              <a:off x="4459224" y="1422003"/>
              <a:ext cx="3273552" cy="848288"/>
            </a:xfrm>
            <a:prstGeom prst="flowChartAlternateProcess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Import Modules</a:t>
              </a:r>
            </a:p>
            <a:p>
              <a:pPr algn="ctr"/>
              <a:r>
                <a:rPr lang="en-IN" sz="1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(time, random, datetime, </a:t>
              </a:r>
              <a:r>
                <a:rPr lang="en-IN" sz="17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pygame</a:t>
              </a:r>
              <a:r>
                <a:rPr lang="en-IN" sz="1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766203DE-BA47-2D74-F481-D3A8EB276131}"/>
                </a:ext>
              </a:extLst>
            </p:cNvPr>
            <p:cNvSpPr/>
            <p:nvPr/>
          </p:nvSpPr>
          <p:spPr>
            <a:xfrm>
              <a:off x="4645554" y="2566310"/>
              <a:ext cx="2900892" cy="370710"/>
            </a:xfrm>
            <a:prstGeom prst="flowChartAlternateProcess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Display Current Time</a:t>
              </a:r>
            </a:p>
          </p:txBody>
        </p:sp>
        <p:sp>
          <p:nvSpPr>
            <p:cNvPr id="13" name="Flowchart: Data 12">
              <a:extLst>
                <a:ext uri="{FF2B5EF4-FFF2-40B4-BE49-F238E27FC236}">
                  <a16:creationId xmlns:a16="http://schemas.microsoft.com/office/drawing/2014/main" id="{11E38766-9D19-8DAA-A739-AB9400EC1F4C}"/>
                </a:ext>
              </a:extLst>
            </p:cNvPr>
            <p:cNvSpPr/>
            <p:nvPr/>
          </p:nvSpPr>
          <p:spPr>
            <a:xfrm>
              <a:off x="4273296" y="3233038"/>
              <a:ext cx="3645408" cy="532961"/>
            </a:xfrm>
            <a:prstGeom prst="flowChartInputOutpu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Enter Alarm Time</a:t>
              </a:r>
            </a:p>
            <a:p>
              <a:pPr algn="ctr"/>
              <a:r>
                <a:rPr lang="en-IN" dirty="0"/>
                <a:t>(HH:MM:SS AM/PM)</a:t>
              </a:r>
            </a:p>
          </p:txBody>
        </p:sp>
        <p:sp>
          <p:nvSpPr>
            <p:cNvPr id="14" name="Flowchart: Alternate Process 13">
              <a:extLst>
                <a:ext uri="{FF2B5EF4-FFF2-40B4-BE49-F238E27FC236}">
                  <a16:creationId xmlns:a16="http://schemas.microsoft.com/office/drawing/2014/main" id="{82DB08F1-5919-BA01-1E07-4B1C8CE1D310}"/>
                </a:ext>
              </a:extLst>
            </p:cNvPr>
            <p:cNvSpPr/>
            <p:nvPr/>
          </p:nvSpPr>
          <p:spPr>
            <a:xfrm>
              <a:off x="4645554" y="4062018"/>
              <a:ext cx="2900892" cy="370710"/>
            </a:xfrm>
            <a:prstGeom prst="flowChartAlternateProcess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Alarm Set Successfully</a:t>
              </a:r>
            </a:p>
          </p:txBody>
        </p:sp>
        <p:sp>
          <p:nvSpPr>
            <p:cNvPr id="15" name="Flowchart: Alternate Process 14">
              <a:extLst>
                <a:ext uri="{FF2B5EF4-FFF2-40B4-BE49-F238E27FC236}">
                  <a16:creationId xmlns:a16="http://schemas.microsoft.com/office/drawing/2014/main" id="{A407730E-72DE-443E-4E29-A7240DEF827C}"/>
                </a:ext>
              </a:extLst>
            </p:cNvPr>
            <p:cNvSpPr/>
            <p:nvPr/>
          </p:nvSpPr>
          <p:spPr>
            <a:xfrm>
              <a:off x="4645554" y="4728747"/>
              <a:ext cx="2900892" cy="370710"/>
            </a:xfrm>
            <a:prstGeom prst="flowChartAlternateProcess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Get Current System Time</a:t>
              </a:r>
            </a:p>
          </p:txBody>
        </p:sp>
        <p:sp>
          <p:nvSpPr>
            <p:cNvPr id="16" name="Flowchart: Decision 15">
              <a:extLst>
                <a:ext uri="{FF2B5EF4-FFF2-40B4-BE49-F238E27FC236}">
                  <a16:creationId xmlns:a16="http://schemas.microsoft.com/office/drawing/2014/main" id="{CE63E78F-AF0A-49AA-2C00-82C448FFF3FB}"/>
                </a:ext>
              </a:extLst>
            </p:cNvPr>
            <p:cNvSpPr/>
            <p:nvPr/>
          </p:nvSpPr>
          <p:spPr>
            <a:xfrm>
              <a:off x="4727649" y="5395475"/>
              <a:ext cx="2736702" cy="703398"/>
            </a:xfrm>
            <a:prstGeom prst="flowChartDecision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 Match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474E1CA-9E94-E87E-F3E7-FECBE7A9EE58}"/>
                </a:ext>
              </a:extLst>
            </p:cNvPr>
            <p:cNvCxnSpPr>
              <a:cxnSpLocks/>
            </p:cNvCxnSpPr>
            <p:nvPr/>
          </p:nvCxnSpPr>
          <p:spPr>
            <a:xfrm>
              <a:off x="6077712" y="1125984"/>
              <a:ext cx="0" cy="2960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390BE58-A28C-38D1-C779-E8A211B40ACC}"/>
                </a:ext>
              </a:extLst>
            </p:cNvPr>
            <p:cNvCxnSpPr>
              <a:cxnSpLocks/>
            </p:cNvCxnSpPr>
            <p:nvPr/>
          </p:nvCxnSpPr>
          <p:spPr>
            <a:xfrm>
              <a:off x="6077712" y="2270291"/>
              <a:ext cx="0" cy="2960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5FEAE69-3BAA-2A69-74A2-DCC517B3EEF8}"/>
                </a:ext>
              </a:extLst>
            </p:cNvPr>
            <p:cNvCxnSpPr>
              <a:cxnSpLocks/>
            </p:cNvCxnSpPr>
            <p:nvPr/>
          </p:nvCxnSpPr>
          <p:spPr>
            <a:xfrm>
              <a:off x="6086856" y="2937019"/>
              <a:ext cx="0" cy="2960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A25F9A3-4DBD-9E9B-8AD9-FAF9FD3E3C2A}"/>
                </a:ext>
              </a:extLst>
            </p:cNvPr>
            <p:cNvCxnSpPr>
              <a:cxnSpLocks/>
            </p:cNvCxnSpPr>
            <p:nvPr/>
          </p:nvCxnSpPr>
          <p:spPr>
            <a:xfrm>
              <a:off x="6077712" y="3765999"/>
              <a:ext cx="0" cy="2960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E3267F9-BBE8-A2DE-178E-132222FC17FE}"/>
                </a:ext>
              </a:extLst>
            </p:cNvPr>
            <p:cNvCxnSpPr>
              <a:cxnSpLocks/>
            </p:cNvCxnSpPr>
            <p:nvPr/>
          </p:nvCxnSpPr>
          <p:spPr>
            <a:xfrm>
              <a:off x="6086856" y="4456273"/>
              <a:ext cx="0" cy="2960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0910B48-A375-5F67-2CDB-5A837CD5F22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101013"/>
              <a:ext cx="0" cy="2960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8C251B7-717B-E74F-0223-9E69B6B49B1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108271"/>
              <a:ext cx="0" cy="29601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612740AB-C463-3936-93D6-3C23E5D2D32F}"/>
                </a:ext>
              </a:extLst>
            </p:cNvPr>
            <p:cNvCxnSpPr>
              <a:cxnSpLocks/>
              <a:stCxn id="16" idx="3"/>
              <a:endCxn id="21" idx="1"/>
            </p:cNvCxnSpPr>
            <p:nvPr/>
          </p:nvCxnSpPr>
          <p:spPr>
            <a:xfrm flipV="1">
              <a:off x="7464351" y="4789638"/>
              <a:ext cx="1393539" cy="957536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C0A1E2C3-59A5-4A25-3D73-08288627237E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 rot="5400000" flipH="1">
              <a:off x="8053964" y="4298317"/>
              <a:ext cx="296409" cy="4212336"/>
            </a:xfrm>
            <a:prstGeom prst="bentConnector4">
              <a:avLst>
                <a:gd name="adj1" fmla="val -80171"/>
                <a:gd name="adj2" fmla="val 67217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B12C0DB-7A5C-4561-543C-4CC3AB1B5EB0}"/>
                </a:ext>
              </a:extLst>
            </p:cNvPr>
            <p:cNvCxnSpPr>
              <a:cxnSpLocks/>
            </p:cNvCxnSpPr>
            <p:nvPr/>
          </p:nvCxnSpPr>
          <p:spPr>
            <a:xfrm>
              <a:off x="10302240" y="5039001"/>
              <a:ext cx="6096" cy="42048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656AE5D-443D-1391-BD73-691EB2C68D6B}"/>
                </a:ext>
              </a:extLst>
            </p:cNvPr>
            <p:cNvCxnSpPr>
              <a:cxnSpLocks/>
            </p:cNvCxnSpPr>
            <p:nvPr/>
          </p:nvCxnSpPr>
          <p:spPr>
            <a:xfrm>
              <a:off x="10317480" y="5797346"/>
              <a:ext cx="6096" cy="42048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C6CEFC85-071B-30E8-B41A-BF751F0954D2}"/>
                </a:ext>
              </a:extLst>
            </p:cNvPr>
            <p:cNvCxnSpPr>
              <a:cxnSpLocks/>
              <a:endCxn id="18" idx="2"/>
            </p:cNvCxnSpPr>
            <p:nvPr/>
          </p:nvCxnSpPr>
          <p:spPr>
            <a:xfrm rot="10800000" flipV="1">
              <a:off x="2709472" y="6256275"/>
              <a:ext cx="3377389" cy="278784"/>
            </a:xfrm>
            <a:prstGeom prst="bentConnector4">
              <a:avLst>
                <a:gd name="adj1" fmla="val 34610"/>
                <a:gd name="adj2" fmla="val 18524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E9F9353F-F913-E109-580D-B5F0850B644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9086" y="5747497"/>
              <a:ext cx="2028563" cy="291381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EDDCCD2-C083-40D1-49DA-B2C52A3B5C3D}"/>
                </a:ext>
              </a:extLst>
            </p:cNvPr>
            <p:cNvSpPr txBox="1"/>
            <p:nvPr/>
          </p:nvSpPr>
          <p:spPr>
            <a:xfrm>
              <a:off x="3312774" y="5493900"/>
              <a:ext cx="960522" cy="319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65EB479-B6B8-D0A1-3CA9-6A32DB6EB26B}"/>
                </a:ext>
              </a:extLst>
            </p:cNvPr>
            <p:cNvSpPr txBox="1"/>
            <p:nvPr/>
          </p:nvSpPr>
          <p:spPr>
            <a:xfrm>
              <a:off x="7246219" y="5484666"/>
              <a:ext cx="960522" cy="319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399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BDCAF-440F-51EA-6B2E-B477876B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07605-4061-CFE0-C5EE-3FDCAFD47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alarm not only wakes the user but also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motivates them to start the day positively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basic Python modules, I created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real-time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can be further enhanced into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GUI-based or mobile alarm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future.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602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E5E299A-49ED-B409-E043-7479423841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BB7D5A-4B3B-CBE0-C2D8-D0A93C1F9812}"/>
              </a:ext>
            </a:extLst>
          </p:cNvPr>
          <p:cNvSpPr txBox="1"/>
          <p:nvPr/>
        </p:nvSpPr>
        <p:spPr>
          <a:xfrm>
            <a:off x="1399032" y="2875002"/>
            <a:ext cx="9393936" cy="110799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IN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6F48F88-7751-391C-C3EB-13D426FC0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0750" y1="55125" x2="70750" y2="551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304" y="1240536"/>
            <a:ext cx="5541264" cy="4986528"/>
          </a:xfrm>
          <a:prstGeom prst="rect">
            <a:avLst/>
          </a:prstGeom>
          <a:ln>
            <a:solidFill>
              <a:srgbClr val="CC850C"/>
            </a:solidFill>
          </a:ln>
        </p:spPr>
      </p:pic>
    </p:spTree>
    <p:extLst>
      <p:ext uri="{BB962C8B-B14F-4D97-AF65-F5344CB8AC3E}">
        <p14:creationId xmlns:p14="http://schemas.microsoft.com/office/powerpoint/2010/main" val="1310227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327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Smart Alarming With Motivation By Using Python</vt:lpstr>
      <vt:lpstr>PROJECT OVERVIEW</vt:lpstr>
      <vt:lpstr>Modules Used</vt:lpstr>
      <vt:lpstr>HOW IT WORKS</vt:lpstr>
      <vt:lpstr>FLOW CHART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Gavas S</dc:creator>
  <cp:lastModifiedBy>Gavas S</cp:lastModifiedBy>
  <cp:revision>1</cp:revision>
  <dcterms:created xsi:type="dcterms:W3CDTF">2026-01-20T20:47:25Z</dcterms:created>
  <dcterms:modified xsi:type="dcterms:W3CDTF">2026-01-20T20:50:20Z</dcterms:modified>
</cp:coreProperties>
</file>